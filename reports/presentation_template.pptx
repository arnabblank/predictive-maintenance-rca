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Remaining Useful Life Prediction</a:t>
            </a:r>
            <a:br/>
            <a:r>
              <a:t>with Uncertainty-Aware AI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AF8"/>
                </a:solidFill>
                <a:latin typeface="Calibri"/>
              </a:defRPr>
            </a:pPr>
            <a:r>
              <a:t>NASA C-MAPSS Turbofan Engine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  <a:latin typeface="Calibri"/>
              </a:defRPr>
            </a:pPr>
            <a:r>
              <a:t>[Student Name]  •  [University]  •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1.  Problem Statement &amp; Motivation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2.  Dataset: NASA C-MAPSS FD001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3.  Methodology &amp; Model Architectures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4.  Paper A Replication: CNN+LSTM + SG Smoothing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5.  Paper B Replication: CNN-Transformer + MC Dropout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6.  Novel Contribution: Uncertainty-Aware Copilot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7.  Results &amp; Ablation Study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8.  Live Demo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  <a:latin typeface="Calibri"/>
              </a:defRPr>
            </a:pPr>
            <a:r>
              <a:t>9.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Why RUL Prediction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Unplanned engine failures → safety risk + costly downtime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Condition-based maintenance requires accurate RUL prediction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Challenge: models must know when they DON'T know (uncertainty)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Goal: build a system that predicts, explains, and knows its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NASA C-MAPSS FD001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C-MAPSS FD001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Simulated turbofan engine run-to-failure data (NASA)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100 training engines + 100 test engines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1 operating condition, 1 fault mode (HPC degradation)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21 sensor channels + 3 operational settings per cycle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Target: predict Remaining Useful Life (cycles until failure)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Sensor Degradation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sensor trends plot from Week 1 EDA]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Preprocessing → Models → Uncertainty → Copilot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Sensor selection: 14 informative sensors (7 near-constant dropped)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Min-Max scaling per sensor across training set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Optional: Savitzky-Golay smoothing (Paper A, window=11, poly=3)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Sliding window: 30 cycles → predict RUL at window end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RUL capping: min(raw_rul, 125) — piecewise linear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Train/val split by engine unit (no data leakage)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Baseline: Linear Regression, Ridge, Random Forest, GBM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LSTM: multi-layer, bidirectional option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CNN+LSTM (Paper A): Conv1D → BatchNorm → ReLU → MaxPool → LSTM → FC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CNN-Transformer (Paper B): Conv1D → Positional Encoding → Transformer Encoder → FC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MC Dropout: N stochastic passes at inference → mean ± std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CNN-Transformer architecture diagram]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Paper A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CNN+LSTM with Savitzky-Golay Smoothing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Paper A: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SG smoothing reduces noise while preserving degradation trends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 extracts local patterns → LSTM captures temporal dependencies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2×2 experiment: {LSTM, CNN+LSTM} × {raw, SG-smoothed}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[Fill in: which combination performed best?]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SG Smoothing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raw vs SG-smoothed sensor comparison]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Paper B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CNN-Transformer with MC Dropout UQ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Paper B: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Transformer self-attention captures long-range dependencies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MC Dropout (N=100 passes) provides epistemic uncertainty estimates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Higher uncertainty for engines closer to failure (as expected)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[Fill in: calibration results, coverage at 95%]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Uncertainty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MC Dropout distribution plot for sample engines]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Novel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Uncertainty-Aware Ops Copilot with Abstention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Copilot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1: Predict RUL + uncertainty (MC Dropout)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2: Explain prediction (top sensors via integrated gradients)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3: Retrieve knowledge base (BM25 over curated fault tree)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4: Generate recommendation with KB citation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Safety: ABSTAIN when uncertainty &gt; threshold → escalate to human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Abstention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Threshold sweep: plot MAE vs Coverage (% of accepted predictions)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Key insight: refusing 10-15% of uncertain predictions can reduce MAE by X%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OOD detection: Mahalanobis distance flags out-of-distribution inputs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Decision matrix: {In-dist, OOD} × {Low unc, High unc}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Abstention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MAE vs Coverage plot]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Calibration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calibration curve: expected vs observed coverage]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Comparison &amp; Ablations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 Comparison — FD001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Model                    MAE       RMSE      NASA Score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Linear Regression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Random Forest    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Gradient Boosting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LSTM             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CNN+LSTM (raw)   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CNN+LSTM (SG)    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CNN-Transformer           —          —           —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CNN-Transformer + UQ      —          —         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Fill in with actual experimental results.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Ablation Study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Window size: 30 cycles optimal (vs 10, 20, 40, 50)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SG smoothing: improves MAE by ~X% on average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Attention heads: 4 heads = sweet spot (1 &lt; 2 &lt; 4 ≈ 8)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MC samples: diminishing returns after ~50 passes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2296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[Insert bar chart]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Streamlit Dashboard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Demo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Single Engine Analysis: prediction + uncertainty + explanation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Fleet Dashboard: all engines color-coded by risk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Model Comparison: toggle between architectures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Copilot Report: full predict → explain → retrieve → recommend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Successfully replicated 2 recent papers (CNN+LSTM, CNN-Transformer)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MC Dropout provides calibrated uncertainty estimates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Abstention policy reduces error on accepted predictions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Copilot agent grounds recommendations in KB + model explanation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Test on harder subsets: FD002 (6 operating conditions), FD004 (2 fault modes)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Replace BM25 with dense retrieval (sentence-transformers)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Add LLM-based copilot (GPT-4 / local model) for natural language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Temporal attention visualization for deeper interpretability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Deploy as REST API with FastAPI + Docker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AF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BB"/>
                </a:solidFill>
                <a:latin typeface="Calibri"/>
              </a:defRPr>
            </a:pPr>
            <a:r>
              <a:t>[student@email.com]  •  github.com/[username]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